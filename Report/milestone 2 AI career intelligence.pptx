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5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5276-2C55-B09F-E886-BBD237F726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Milestone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530E5-38D5-E546-4818-F6BF83900E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160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D125-E51E-9D09-D830-2E09B133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Milestone 2-Objectives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54FE4-F86B-FAC4-E298-5E10615EF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Modules</a:t>
            </a:r>
          </a:p>
          <a:p>
            <a:r>
              <a:rPr lang="en-IN" b="1" dirty="0"/>
              <a:t>1. User Profile Management</a:t>
            </a:r>
          </a:p>
          <a:p>
            <a:r>
              <a:rPr lang="en-IN" b="1" dirty="0"/>
              <a:t>2. Resume Upload</a:t>
            </a:r>
          </a:p>
          <a:p>
            <a:r>
              <a:rPr lang="en-IN" b="1" dirty="0"/>
              <a:t>3. Resume Parsing</a:t>
            </a:r>
          </a:p>
          <a:p>
            <a:r>
              <a:rPr lang="en-IN" b="1" dirty="0"/>
              <a:t>4. Resume Management</a:t>
            </a:r>
          </a:p>
          <a:p>
            <a:r>
              <a:rPr lang="en-IN" b="1" dirty="0"/>
              <a:t>5. Dashboard</a:t>
            </a:r>
          </a:p>
          <a:p>
            <a:r>
              <a:rPr lang="en-IN" b="1" dirty="0"/>
              <a:t>6. Backend APIs</a:t>
            </a:r>
          </a:p>
        </p:txBody>
      </p:sp>
    </p:spTree>
    <p:extLst>
      <p:ext uri="{BB962C8B-B14F-4D97-AF65-F5344CB8AC3E}">
        <p14:creationId xmlns:p14="http://schemas.microsoft.com/office/powerpoint/2010/main" val="1985258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B3BA-DCA0-2EE2-B1BF-79114426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User Profile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EF23C-C3E5-A6B5-1D82-ED2AC4D7C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Edit profile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Update Education, add skills, certifications, Projects, work experience, career interests.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67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6C46-5236-370B-8421-7309AE167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Resume Upload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6D106-9E92-E370-DF36-89E715B21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Upload Resume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Validate file type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Display uploaded resume status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0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B213-1C1F-979C-E165-B68B8144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Resume Parsing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5CCF2-4FFF-B05D-299E-A3DA06A5E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Extract 95% of info from resume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It can includes(Name , </a:t>
            </a:r>
            <a:r>
              <a:rPr lang="en-IN" dirty="0" err="1"/>
              <a:t>Email_id</a:t>
            </a:r>
            <a:r>
              <a:rPr lang="en-IN" dirty="0"/>
              <a:t>, Ph-no, Education, Skills, Experience, certifications, projects)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5879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8ECC2-6118-C3CA-D14F-CA52BC77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Resume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32709-BF9F-8758-855A-3486A70D8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View their uploaded resume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Download resume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Replace existing resume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Delete resume</a:t>
            </a:r>
          </a:p>
          <a:p>
            <a:pPr marL="0" indent="0">
              <a:buNone/>
            </a:pPr>
            <a:r>
              <a:rPr lang="en-IN" dirty="0"/>
              <a:t>Optional-Profile completion percentage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6806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76A70C-3BCE-032F-16DB-7C30780BC145}"/>
              </a:ext>
            </a:extLst>
          </p:cNvPr>
          <p:cNvSpPr txBox="1"/>
          <p:nvPr/>
        </p:nvSpPr>
        <p:spPr>
          <a:xfrm>
            <a:off x="1170038" y="143477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Landing Page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▼</a:t>
            </a:r>
          </a:p>
          <a:p>
            <a:r>
              <a:rPr lang="en-IN" dirty="0"/>
              <a:t>Register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▼</a:t>
            </a:r>
          </a:p>
          <a:p>
            <a:r>
              <a:rPr lang="en-IN" dirty="0"/>
              <a:t>Login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▼</a:t>
            </a:r>
          </a:p>
          <a:p>
            <a:r>
              <a:rPr lang="en-IN" dirty="0"/>
              <a:t>Dashboard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├────────► Profile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├────────► Upload Resume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└────────► Settings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B0269-3FCB-C81F-97C4-C08DE23A8F6E}"/>
              </a:ext>
            </a:extLst>
          </p:cNvPr>
          <p:cNvSpPr txBox="1"/>
          <p:nvPr/>
        </p:nvSpPr>
        <p:spPr>
          <a:xfrm>
            <a:off x="1872435" y="550604"/>
            <a:ext cx="767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 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79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A952-D426-98A2-4C0C-7A8784BA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C9769-11DD-5593-17F0-FC04921E2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2066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{2EDD0633-84F7-41CD-9A3E-84FCD48E04AE}TF77a67a13-02ae-4296-8148-f26bdaaf38f15d531602-3675789a7173</Template>
  <TotalTime>1</TotalTime>
  <Words>143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Garamond</vt:lpstr>
      <vt:lpstr>Savon</vt:lpstr>
      <vt:lpstr>Milestone 2</vt:lpstr>
      <vt:lpstr>Milestone 2-Objectives</vt:lpstr>
      <vt:lpstr>User Profile Management</vt:lpstr>
      <vt:lpstr>Resume Upload</vt:lpstr>
      <vt:lpstr>Resume Parsing</vt:lpstr>
      <vt:lpstr>Resume Management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Naveena N</dc:creator>
  <cp:lastModifiedBy>Naveena N</cp:lastModifiedBy>
  <cp:revision>1</cp:revision>
  <dcterms:created xsi:type="dcterms:W3CDTF">2026-07-15T15:42:11Z</dcterms:created>
  <dcterms:modified xsi:type="dcterms:W3CDTF">2026-07-15T15:43:36Z</dcterms:modified>
</cp:coreProperties>
</file>