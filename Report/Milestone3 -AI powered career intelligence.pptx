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8D0C-7FA0-FBC4-22D8-D1662FD6F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Milestone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B6EC8-03DF-04EC-E139-35222170B3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AI-Powered Career Intelligence</a:t>
            </a:r>
          </a:p>
        </p:txBody>
      </p:sp>
    </p:spTree>
    <p:extLst>
      <p:ext uri="{BB962C8B-B14F-4D97-AF65-F5344CB8AC3E}">
        <p14:creationId xmlns:p14="http://schemas.microsoft.com/office/powerpoint/2010/main" val="226713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611F-0479-547E-39C9-2BFB6FC4D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772" y="1424585"/>
            <a:ext cx="9146456" cy="6106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Milestone 3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2C06-77B6-2D18-1295-EC0EBF98B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Compare a resume with a job description. </a:t>
            </a:r>
          </a:p>
          <a:p>
            <a:r>
              <a:rPr lang="en-IN" dirty="0"/>
              <a:t>Generate an ATS compatibility score. </a:t>
            </a:r>
          </a:p>
          <a:p>
            <a:r>
              <a:rPr lang="en-IN" dirty="0"/>
              <a:t>Identify matching and missing skills. </a:t>
            </a:r>
          </a:p>
          <a:p>
            <a:r>
              <a:rPr lang="en-IN" dirty="0"/>
              <a:t>Recommend suitable career paths.</a:t>
            </a:r>
          </a:p>
          <a:p>
            <a:r>
              <a:rPr lang="en-IN" dirty="0"/>
              <a:t>Suggest relevant learning resources.</a:t>
            </a:r>
          </a:p>
          <a:p>
            <a:r>
              <a:rPr lang="en-IN" dirty="0"/>
              <a:t>Provide resume improvement recommendations. </a:t>
            </a:r>
          </a:p>
          <a:p>
            <a:r>
              <a:rPr lang="en-IN" dirty="0"/>
              <a:t>Build an AI-powered career dashboard..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37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FCA8-2869-5EE2-8E21-9E0B3086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Module 1 – ATS Resume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D5C4A-8964-CBC5-442D-63BFFF0E7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Evaluate how well a candidate's resume matches a job description.</a:t>
            </a:r>
          </a:p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Upload Resume </a:t>
            </a:r>
          </a:p>
          <a:p>
            <a:r>
              <a:rPr lang="en-IN" dirty="0"/>
              <a:t>Select/Add Job Description </a:t>
            </a:r>
          </a:p>
          <a:p>
            <a:r>
              <a:rPr lang="en-IN" dirty="0"/>
              <a:t>Compare Resume vs Job Description </a:t>
            </a:r>
          </a:p>
          <a:p>
            <a:r>
              <a:rPr lang="en-IN" dirty="0"/>
              <a:t>Calculate ATS Score </a:t>
            </a:r>
          </a:p>
          <a:p>
            <a:r>
              <a:rPr lang="en-IN" dirty="0"/>
              <a:t>Display Match Percentage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32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876C-22EE-7C63-669D-ECF81348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Module 2 – Skill Gap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C8A9-E66A-5252-ABA2-B93EB3674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Identify the skills required by the job but missing in the candidate's resume.</a:t>
            </a:r>
          </a:p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Extract Resume Skills </a:t>
            </a:r>
          </a:p>
          <a:p>
            <a:r>
              <a:rPr lang="en-IN" dirty="0"/>
              <a:t>Extract Job Description Skills </a:t>
            </a:r>
          </a:p>
          <a:p>
            <a:r>
              <a:rPr lang="en-IN" dirty="0"/>
              <a:t>Compare Skills </a:t>
            </a:r>
          </a:p>
          <a:p>
            <a:r>
              <a:rPr lang="en-IN" dirty="0"/>
              <a:t>Display Missing Skills </a:t>
            </a:r>
          </a:p>
          <a:p>
            <a:r>
              <a:rPr lang="en-IN" dirty="0"/>
              <a:t>Suggest Skills to Learn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42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9134-C247-32E7-9D97-2D5AC38A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Module 3 – Career Recommendation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8F7D-8A6D-0EB4-8932-BFF7878B9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Recommend suitable career paths based on the user's profile and resume.</a:t>
            </a:r>
          </a:p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 err="1"/>
              <a:t>Analyze</a:t>
            </a:r>
            <a:r>
              <a:rPr lang="en-IN" dirty="0"/>
              <a:t> Education </a:t>
            </a:r>
          </a:p>
          <a:p>
            <a:r>
              <a:rPr lang="en-IN" dirty="0" err="1"/>
              <a:t>Analyze</a:t>
            </a:r>
            <a:r>
              <a:rPr lang="en-IN" dirty="0"/>
              <a:t> Skills </a:t>
            </a:r>
          </a:p>
          <a:p>
            <a:r>
              <a:rPr lang="en-IN" dirty="0" err="1"/>
              <a:t>Analyze</a:t>
            </a:r>
            <a:r>
              <a:rPr lang="en-IN" dirty="0"/>
              <a:t> Experience </a:t>
            </a:r>
          </a:p>
          <a:p>
            <a:r>
              <a:rPr lang="en-IN" dirty="0"/>
              <a:t>Recommend Career Roles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16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9E61-8C6A-B075-C732-78AD1644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Module 4 – Job Recommendation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653F3-5092-0C4B-DDDA-F03C4987F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Recommend suitable jobs based on user skills and qualifications.</a:t>
            </a:r>
          </a:p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Match Skills </a:t>
            </a:r>
          </a:p>
          <a:p>
            <a:r>
              <a:rPr lang="en-IN" dirty="0"/>
              <a:t>Match Qualification </a:t>
            </a:r>
          </a:p>
          <a:p>
            <a:r>
              <a:rPr lang="en-IN" dirty="0"/>
              <a:t>Match Experience </a:t>
            </a:r>
          </a:p>
          <a:p>
            <a:r>
              <a:rPr lang="en-IN" dirty="0"/>
              <a:t>Filter by Location </a:t>
            </a:r>
          </a:p>
          <a:p>
            <a:r>
              <a:rPr lang="en-IN" dirty="0"/>
              <a:t>Recommend Jobs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09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2FA7-0A11-5DCA-5457-EC903FB3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Module 5 – Course Recommendation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CB805-F6ED-B8FB-5905-7485167B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Recommend courses to bridge identified skill gaps.</a:t>
            </a:r>
          </a:p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Detect Missing Skills </a:t>
            </a:r>
          </a:p>
          <a:p>
            <a:r>
              <a:rPr lang="en-IN" dirty="0"/>
              <a:t>Suggest Relevant Courses </a:t>
            </a:r>
          </a:p>
          <a:p>
            <a:r>
              <a:rPr lang="en-IN" dirty="0"/>
              <a:t>Display Learning Path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965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ECB9-317B-7101-A0E7-657C7F6F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228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Module 6 – Resume Improvement Suggestions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C24EF-65CA-9F04-2FB5-AB5C236BA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Provide recommendations to improve resume quality.</a:t>
            </a:r>
          </a:p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Improve Resume Summary </a:t>
            </a:r>
          </a:p>
          <a:p>
            <a:r>
              <a:rPr lang="en-IN" dirty="0"/>
              <a:t>Suggest Missing Keywords </a:t>
            </a:r>
          </a:p>
          <a:p>
            <a:r>
              <a:rPr lang="en-IN" dirty="0"/>
              <a:t>Improve Project Descriptions </a:t>
            </a:r>
          </a:p>
          <a:p>
            <a:r>
              <a:rPr lang="en-IN" dirty="0"/>
              <a:t>Recommend Certifications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40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FA58-667C-259F-F404-36BE6305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Module 7 – Dashboard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AA845-50C9-E635-5948-9C9099056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Display all career insights in a single dashboard.</a:t>
            </a:r>
          </a:p>
          <a:p>
            <a:pPr marL="0" indent="0">
              <a:buNone/>
            </a:pPr>
            <a:r>
              <a:rPr lang="en-IN" b="1" dirty="0"/>
              <a:t>Dashboard Includes</a:t>
            </a:r>
          </a:p>
          <a:p>
            <a:r>
              <a:rPr lang="en-IN" dirty="0"/>
              <a:t>ATS Score </a:t>
            </a:r>
          </a:p>
          <a:p>
            <a:r>
              <a:rPr lang="en-IN" dirty="0"/>
              <a:t>Resume Status </a:t>
            </a:r>
          </a:p>
          <a:p>
            <a:r>
              <a:rPr lang="en-IN" dirty="0"/>
              <a:t>Job Description Status </a:t>
            </a:r>
          </a:p>
          <a:p>
            <a:r>
              <a:rPr lang="en-IN" dirty="0"/>
              <a:t>Profile Completion </a:t>
            </a:r>
          </a:p>
          <a:p>
            <a:r>
              <a:rPr lang="en-IN" dirty="0"/>
              <a:t>Matching Skills </a:t>
            </a:r>
          </a:p>
          <a:p>
            <a:r>
              <a:rPr lang="en-IN" dirty="0"/>
              <a:t>Missing Skills </a:t>
            </a:r>
          </a:p>
          <a:p>
            <a:r>
              <a:rPr lang="en-IN" dirty="0"/>
              <a:t>Recommended Careers </a:t>
            </a:r>
          </a:p>
          <a:p>
            <a:r>
              <a:rPr lang="en-IN" dirty="0"/>
              <a:t>Recommended Courses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8816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272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Milestone 3</vt:lpstr>
      <vt:lpstr>Milestone 3 Objectives </vt:lpstr>
      <vt:lpstr>Module 1 – ATS Resume Analysis </vt:lpstr>
      <vt:lpstr>Module 2 – Skill Gap Analysis </vt:lpstr>
      <vt:lpstr>Module 3 – Career Recommendation </vt:lpstr>
      <vt:lpstr>Module 4 – Job Recommendation </vt:lpstr>
      <vt:lpstr>Module 5 – Course Recommendation </vt:lpstr>
      <vt:lpstr>Module 6 – Resume Improvement Suggestions </vt:lpstr>
      <vt:lpstr>Module 7 – Dashboard Analytics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Naveena N</dc:creator>
  <cp:lastModifiedBy>Naveena N</cp:lastModifiedBy>
  <cp:revision>1</cp:revision>
  <dcterms:created xsi:type="dcterms:W3CDTF">2026-07-27T08:07:19Z</dcterms:created>
  <dcterms:modified xsi:type="dcterms:W3CDTF">2026-07-27T08:14:19Z</dcterms:modified>
</cp:coreProperties>
</file>